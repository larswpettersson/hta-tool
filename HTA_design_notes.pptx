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8D9C79E-3820-3349-894B-A24D7E62B8F2}" v="21" dt="2026-07-23T16:11:04.95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43"/>
    <p:restoredTop sz="94658"/>
  </p:normalViewPr>
  <p:slideViewPr>
    <p:cSldViewPr snapToGrid="0">
      <p:cViewPr>
        <p:scale>
          <a:sx n="107" d="100"/>
          <a:sy n="107" d="100"/>
        </p:scale>
        <p:origin x="0" y="-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rs Pettersson" userId="bbe8ee3e1743ce4e" providerId="LiveId" clId="{76C9B083-C5CE-54A4-81E8-16672380D724}"/>
    <pc:docChg chg="custSel addSld delSld modSld sldOrd">
      <pc:chgData name="Lars Pettersson" userId="bbe8ee3e1743ce4e" providerId="LiveId" clId="{76C9B083-C5CE-54A4-81E8-16672380D724}" dt="2026-07-23T16:11:31.782" v="358" actId="1076"/>
      <pc:docMkLst>
        <pc:docMk/>
      </pc:docMkLst>
      <pc:sldChg chg="addSp modSp del">
        <pc:chgData name="Lars Pettersson" userId="bbe8ee3e1743ce4e" providerId="LiveId" clId="{76C9B083-C5CE-54A4-81E8-16672380D724}" dt="2026-07-23T14:54:22.561" v="11" actId="2696"/>
        <pc:sldMkLst>
          <pc:docMk/>
          <pc:sldMk cId="324411501" sldId="260"/>
        </pc:sldMkLst>
        <pc:picChg chg="add mod">
          <ac:chgData name="Lars Pettersson" userId="bbe8ee3e1743ce4e" providerId="LiveId" clId="{76C9B083-C5CE-54A4-81E8-16672380D724}" dt="2026-07-23T14:23:08.409" v="0"/>
          <ac:picMkLst>
            <pc:docMk/>
            <pc:sldMk cId="324411501" sldId="260"/>
            <ac:picMk id="2" creationId="{F4C02CD4-7138-AC59-387E-18D0536210DF}"/>
          </ac:picMkLst>
        </pc:picChg>
      </pc:sldChg>
      <pc:sldChg chg="addSp delSp modSp new mod ord">
        <pc:chgData name="Lars Pettersson" userId="bbe8ee3e1743ce4e" providerId="LiveId" clId="{76C9B083-C5CE-54A4-81E8-16672380D724}" dt="2026-07-23T14:54:28.082" v="12" actId="20578"/>
        <pc:sldMkLst>
          <pc:docMk/>
          <pc:sldMk cId="84756324" sldId="261"/>
        </pc:sldMkLst>
        <pc:spChg chg="del">
          <ac:chgData name="Lars Pettersson" userId="bbe8ee3e1743ce4e" providerId="LiveId" clId="{76C9B083-C5CE-54A4-81E8-16672380D724}" dt="2026-07-23T14:23:13.050" v="2" actId="478"/>
          <ac:spMkLst>
            <pc:docMk/>
            <pc:sldMk cId="84756324" sldId="261"/>
            <ac:spMk id="2" creationId="{876B3687-BC3B-F1BD-258C-90E6CD9EB6D8}"/>
          </ac:spMkLst>
        </pc:spChg>
        <pc:spChg chg="del">
          <ac:chgData name="Lars Pettersson" userId="bbe8ee3e1743ce4e" providerId="LiveId" clId="{76C9B083-C5CE-54A4-81E8-16672380D724}" dt="2026-07-23T14:23:13.050" v="2" actId="478"/>
          <ac:spMkLst>
            <pc:docMk/>
            <pc:sldMk cId="84756324" sldId="261"/>
            <ac:spMk id="3" creationId="{C1960BF0-F363-CF7F-AA48-AE61DFAF6863}"/>
          </ac:spMkLst>
        </pc:spChg>
        <pc:picChg chg="add mod">
          <ac:chgData name="Lars Pettersson" userId="bbe8ee3e1743ce4e" providerId="LiveId" clId="{76C9B083-C5CE-54A4-81E8-16672380D724}" dt="2026-07-23T14:39:55.285" v="3"/>
          <ac:picMkLst>
            <pc:docMk/>
            <pc:sldMk cId="84756324" sldId="261"/>
            <ac:picMk id="4" creationId="{8F1B3189-01D2-6941-D2DB-E06BC55D19F0}"/>
          </ac:picMkLst>
        </pc:picChg>
      </pc:sldChg>
      <pc:sldChg chg="addSp delSp modSp new mod">
        <pc:chgData name="Lars Pettersson" userId="bbe8ee3e1743ce4e" providerId="LiveId" clId="{76C9B083-C5CE-54A4-81E8-16672380D724}" dt="2026-07-23T14:55:56.964" v="241" actId="1076"/>
        <pc:sldMkLst>
          <pc:docMk/>
          <pc:sldMk cId="2756843972" sldId="262"/>
        </pc:sldMkLst>
        <pc:spChg chg="del">
          <ac:chgData name="Lars Pettersson" userId="bbe8ee3e1743ce4e" providerId="LiveId" clId="{76C9B083-C5CE-54A4-81E8-16672380D724}" dt="2026-07-23T14:54:12.382" v="7" actId="478"/>
          <ac:spMkLst>
            <pc:docMk/>
            <pc:sldMk cId="2756843972" sldId="262"/>
            <ac:spMk id="2" creationId="{44A6F5DF-0A9A-3E20-5514-A388AF8CFDB9}"/>
          </ac:spMkLst>
        </pc:spChg>
        <pc:spChg chg="del">
          <ac:chgData name="Lars Pettersson" userId="bbe8ee3e1743ce4e" providerId="LiveId" clId="{76C9B083-C5CE-54A4-81E8-16672380D724}" dt="2026-07-23T14:54:12.382" v="7" actId="478"/>
          <ac:spMkLst>
            <pc:docMk/>
            <pc:sldMk cId="2756843972" sldId="262"/>
            <ac:spMk id="3" creationId="{96FC9671-02CB-ED78-A033-9C7481683FA2}"/>
          </ac:spMkLst>
        </pc:spChg>
        <pc:spChg chg="add mod">
          <ac:chgData name="Lars Pettersson" userId="bbe8ee3e1743ce4e" providerId="LiveId" clId="{76C9B083-C5CE-54A4-81E8-16672380D724}" dt="2026-07-23T14:55:56.964" v="241" actId="1076"/>
          <ac:spMkLst>
            <pc:docMk/>
            <pc:sldMk cId="2756843972" sldId="262"/>
            <ac:spMk id="5" creationId="{D4427748-0B83-770A-3A20-1B461EBE8E33}"/>
          </ac:spMkLst>
        </pc:spChg>
        <pc:spChg chg="add mod">
          <ac:chgData name="Lars Pettersson" userId="bbe8ee3e1743ce4e" providerId="LiveId" clId="{76C9B083-C5CE-54A4-81E8-16672380D724}" dt="2026-07-23T14:55:52.231" v="240" actId="14100"/>
          <ac:spMkLst>
            <pc:docMk/>
            <pc:sldMk cId="2756843972" sldId="262"/>
            <ac:spMk id="6" creationId="{BFD88252-D2FB-B8EA-C696-4D042C70509D}"/>
          </ac:spMkLst>
        </pc:spChg>
      </pc:sldChg>
      <pc:sldChg chg="addSp delSp new mod">
        <pc:chgData name="Lars Pettersson" userId="bbe8ee3e1743ce4e" providerId="LiveId" clId="{76C9B083-C5CE-54A4-81E8-16672380D724}" dt="2026-07-23T14:59:50.045" v="246"/>
        <pc:sldMkLst>
          <pc:docMk/>
          <pc:sldMk cId="728802897" sldId="263"/>
        </pc:sldMkLst>
        <pc:spChg chg="del">
          <ac:chgData name="Lars Pettersson" userId="bbe8ee3e1743ce4e" providerId="LiveId" clId="{76C9B083-C5CE-54A4-81E8-16672380D724}" dt="2026-07-23T14:59:37.958" v="243" actId="478"/>
          <ac:spMkLst>
            <pc:docMk/>
            <pc:sldMk cId="728802897" sldId="263"/>
            <ac:spMk id="2" creationId="{B747E214-9A03-2186-8EA8-097A3C8DB320}"/>
          </ac:spMkLst>
        </pc:spChg>
        <pc:spChg chg="del">
          <ac:chgData name="Lars Pettersson" userId="bbe8ee3e1743ce4e" providerId="LiveId" clId="{76C9B083-C5CE-54A4-81E8-16672380D724}" dt="2026-07-23T14:59:37.958" v="243" actId="478"/>
          <ac:spMkLst>
            <pc:docMk/>
            <pc:sldMk cId="728802897" sldId="263"/>
            <ac:spMk id="3" creationId="{6ED04CA5-C966-18A2-BD66-60465867405F}"/>
          </ac:spMkLst>
        </pc:spChg>
        <pc:picChg chg="add del">
          <ac:chgData name="Lars Pettersson" userId="bbe8ee3e1743ce4e" providerId="LiveId" clId="{76C9B083-C5CE-54A4-81E8-16672380D724}" dt="2026-07-23T14:59:44.681" v="245" actId="478"/>
          <ac:picMkLst>
            <pc:docMk/>
            <pc:sldMk cId="728802897" sldId="263"/>
            <ac:picMk id="4" creationId="{536B4F7C-D9D0-F65B-0B2F-46DCFFB32BDA}"/>
          </ac:picMkLst>
        </pc:picChg>
        <pc:picChg chg="add">
          <ac:chgData name="Lars Pettersson" userId="bbe8ee3e1743ce4e" providerId="LiveId" clId="{76C9B083-C5CE-54A4-81E8-16672380D724}" dt="2026-07-23T14:59:50.045" v="246"/>
          <ac:picMkLst>
            <pc:docMk/>
            <pc:sldMk cId="728802897" sldId="263"/>
            <ac:picMk id="5" creationId="{804170A8-4F2F-C242-040D-8FE7ED082F8B}"/>
          </ac:picMkLst>
        </pc:picChg>
      </pc:sldChg>
      <pc:sldChg chg="new del">
        <pc:chgData name="Lars Pettersson" userId="bbe8ee3e1743ce4e" providerId="LiveId" clId="{76C9B083-C5CE-54A4-81E8-16672380D724}" dt="2026-07-23T14:54:16.104" v="9" actId="2696"/>
        <pc:sldMkLst>
          <pc:docMk/>
          <pc:sldMk cId="3294062036" sldId="263"/>
        </pc:sldMkLst>
      </pc:sldChg>
      <pc:sldChg chg="addSp delSp modSp new mod">
        <pc:chgData name="Lars Pettersson" userId="bbe8ee3e1743ce4e" providerId="LiveId" clId="{76C9B083-C5CE-54A4-81E8-16672380D724}" dt="2026-07-23T15:01:41.595" v="306" actId="20577"/>
        <pc:sldMkLst>
          <pc:docMk/>
          <pc:sldMk cId="501532766" sldId="264"/>
        </pc:sldMkLst>
        <pc:spChg chg="del">
          <ac:chgData name="Lars Pettersson" userId="bbe8ee3e1743ce4e" providerId="LiveId" clId="{76C9B083-C5CE-54A4-81E8-16672380D724}" dt="2026-07-23T14:59:54.920" v="248" actId="478"/>
          <ac:spMkLst>
            <pc:docMk/>
            <pc:sldMk cId="501532766" sldId="264"/>
            <ac:spMk id="2" creationId="{99F5DF59-8E68-0711-F186-17164273B327}"/>
          </ac:spMkLst>
        </pc:spChg>
        <pc:spChg chg="del">
          <ac:chgData name="Lars Pettersson" userId="bbe8ee3e1743ce4e" providerId="LiveId" clId="{76C9B083-C5CE-54A4-81E8-16672380D724}" dt="2026-07-23T14:59:54.920" v="248" actId="478"/>
          <ac:spMkLst>
            <pc:docMk/>
            <pc:sldMk cId="501532766" sldId="264"/>
            <ac:spMk id="3" creationId="{6C423882-9544-13FC-9F4F-E9F83B0090C5}"/>
          </ac:spMkLst>
        </pc:spChg>
        <pc:spChg chg="add mod">
          <ac:chgData name="Lars Pettersson" userId="bbe8ee3e1743ce4e" providerId="LiveId" clId="{76C9B083-C5CE-54A4-81E8-16672380D724}" dt="2026-07-23T15:01:06.435" v="252" actId="20577"/>
          <ac:spMkLst>
            <pc:docMk/>
            <pc:sldMk cId="501532766" sldId="264"/>
            <ac:spMk id="6" creationId="{4B8DB9FC-8FDA-D8D5-EDDF-B4EECD2FCFAC}"/>
          </ac:spMkLst>
        </pc:spChg>
        <pc:spChg chg="add mod">
          <ac:chgData name="Lars Pettersson" userId="bbe8ee3e1743ce4e" providerId="LiveId" clId="{76C9B083-C5CE-54A4-81E8-16672380D724}" dt="2026-07-23T15:01:41.595" v="306" actId="20577"/>
          <ac:spMkLst>
            <pc:docMk/>
            <pc:sldMk cId="501532766" sldId="264"/>
            <ac:spMk id="7" creationId="{11C20EE1-12C8-AE8A-CF9F-D8F8698C9CB9}"/>
          </ac:spMkLst>
        </pc:spChg>
        <pc:picChg chg="add mod">
          <ac:chgData name="Lars Pettersson" userId="bbe8ee3e1743ce4e" providerId="LiveId" clId="{76C9B083-C5CE-54A4-81E8-16672380D724}" dt="2026-07-23T15:00:38.946" v="249"/>
          <ac:picMkLst>
            <pc:docMk/>
            <pc:sldMk cId="501532766" sldId="264"/>
            <ac:picMk id="4" creationId="{0004F936-23B5-F31B-7181-23A36CCD16B7}"/>
          </ac:picMkLst>
        </pc:picChg>
      </pc:sldChg>
      <pc:sldChg chg="new del">
        <pc:chgData name="Lars Pettersson" userId="bbe8ee3e1743ce4e" providerId="LiveId" clId="{76C9B083-C5CE-54A4-81E8-16672380D724}" dt="2026-07-23T14:54:16.758" v="10" actId="2696"/>
        <pc:sldMkLst>
          <pc:docMk/>
          <pc:sldMk cId="4056060313" sldId="264"/>
        </pc:sldMkLst>
      </pc:sldChg>
      <pc:sldChg chg="addSp delSp modSp new mod">
        <pc:chgData name="Lars Pettersson" userId="bbe8ee3e1743ce4e" providerId="LiveId" clId="{76C9B083-C5CE-54A4-81E8-16672380D724}" dt="2026-07-23T16:11:31.782" v="358" actId="1076"/>
        <pc:sldMkLst>
          <pc:docMk/>
          <pc:sldMk cId="4207058427" sldId="265"/>
        </pc:sldMkLst>
        <pc:spChg chg="mod">
          <ac:chgData name="Lars Pettersson" userId="bbe8ee3e1743ce4e" providerId="LiveId" clId="{76C9B083-C5CE-54A4-81E8-16672380D724}" dt="2026-07-23T15:03:59.428" v="349" actId="20577"/>
          <ac:spMkLst>
            <pc:docMk/>
            <pc:sldMk cId="4207058427" sldId="265"/>
            <ac:spMk id="2" creationId="{33FABF8A-9DB4-7AF8-27A9-F8D57ECB703B}"/>
          </ac:spMkLst>
        </pc:spChg>
        <pc:spChg chg="del">
          <ac:chgData name="Lars Pettersson" userId="bbe8ee3e1743ce4e" providerId="LiveId" clId="{76C9B083-C5CE-54A4-81E8-16672380D724}" dt="2026-07-23T15:04:01.780" v="350"/>
          <ac:spMkLst>
            <pc:docMk/>
            <pc:sldMk cId="4207058427" sldId="265"/>
            <ac:spMk id="3" creationId="{D9C7D27F-5E91-96B9-DF4A-0E6BC3853F35}"/>
          </ac:spMkLst>
        </pc:spChg>
        <pc:picChg chg="add mod">
          <ac:chgData name="Lars Pettersson" userId="bbe8ee3e1743ce4e" providerId="LiveId" clId="{76C9B083-C5CE-54A4-81E8-16672380D724}" dt="2026-07-23T16:11:02.465" v="352" actId="14100"/>
          <ac:picMkLst>
            <pc:docMk/>
            <pc:sldMk cId="4207058427" sldId="265"/>
            <ac:picMk id="4" creationId="{F7E7F6F2-0880-0EFE-E81B-57DC12A85629}"/>
          </ac:picMkLst>
        </pc:picChg>
        <pc:picChg chg="add mod">
          <ac:chgData name="Lars Pettersson" userId="bbe8ee3e1743ce4e" providerId="LiveId" clId="{76C9B083-C5CE-54A4-81E8-16672380D724}" dt="2026-07-23T16:11:31.782" v="358" actId="1076"/>
          <ac:picMkLst>
            <pc:docMk/>
            <pc:sldMk cId="4207058427" sldId="265"/>
            <ac:picMk id="5" creationId="{FC50B3F3-E9C6-0FC6-6C93-D9C1B6C3A0A3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8E724-2B41-A7CD-F1F3-D5638827A8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B61E28-93F4-0B24-CF8D-27E61EC016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1B1D5-4900-A4A8-28D5-DF260440C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66176-74E5-6542-AD4C-19C35F5E27C0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98C271-6F5E-F890-7791-1D34DF5C4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A66F63-1831-E133-B1E4-44889919E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6A7FF1-1667-EF4B-ACBA-C51AAE0162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9891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CE398-CF94-D855-EAA4-BED03911B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F9C03E-3AC3-61DD-6D84-6DC23CC895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D8DA19-BAD3-3671-3367-0E486CC69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66176-74E5-6542-AD4C-19C35F5E27C0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9BA2C0-C88C-B5B1-6669-271A49850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427F28-6B1F-9655-279F-FDC9DB9BB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6A7FF1-1667-EF4B-ACBA-C51AAE0162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921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ACED07-7AC7-BA3A-4A22-821B88810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882CB3-65E1-369B-1FC9-E78313E117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0D6296-517E-FAEC-4ACF-3DBB11545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66176-74E5-6542-AD4C-19C35F5E27C0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BBE66A-603F-A936-582C-806999C5F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17631C-2766-35FD-5ABE-3390394A2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6A7FF1-1667-EF4B-ACBA-C51AAE0162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456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37D39-DFF7-DA1E-7744-91476E7C4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A386E8-FCF8-9460-E348-F113195CD7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809ABC-4783-192F-F315-0273606664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A137EA-0A4E-48A0-C994-30957012C8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66176-74E5-6542-AD4C-19C35F5E27C0}" type="datetimeFigureOut">
              <a:rPr lang="en-US" smtClean="0"/>
              <a:t>7/23/26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CEBAD9-66FB-1DBF-F34B-20454BA7F7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15C462-CB82-41E3-76EA-1EFE92127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6A7FF1-1667-EF4B-ACBA-C51AAE0162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509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13C23-8175-59CC-C6B1-895129D53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FD92E5-4046-07B5-3E6E-BA94E74690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A8DE8D-7151-DC13-35D0-514F7AC1E6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EAB98E-96EA-DE67-651B-8367BDCFBA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D123E1F-AAFF-B891-21BA-477850474D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16B5196-8C52-CD1B-C978-8059D25E8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66176-74E5-6542-AD4C-19C35F5E27C0}" type="datetimeFigureOut">
              <a:rPr lang="en-US" smtClean="0"/>
              <a:t>7/23/26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4195CFC-0780-B017-CCFA-AF362501C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9C9658B-07BE-0E00-380B-FEF510CA7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6A7FF1-1667-EF4B-ACBA-C51AAE0162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9999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F25288-751C-E596-DD82-23D80E0C6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A9278DA-F39B-97A2-3ADD-2F29782C6E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66176-74E5-6542-AD4C-19C35F5E27C0}" type="datetimeFigureOut">
              <a:rPr lang="en-US" smtClean="0"/>
              <a:t>7/23/26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4BD697-4940-1EBA-7716-5A8B82B8A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2EC240-4225-D3A5-0C5E-59F9F4531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6A7FF1-1667-EF4B-ACBA-C51AAE0162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5789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CBACCD-6B0B-A4CA-6014-BE5326719B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66176-74E5-6542-AD4C-19C35F5E27C0}" type="datetimeFigureOut">
              <a:rPr lang="en-US" smtClean="0"/>
              <a:t>7/23/26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50BD76-6164-523B-8D74-F859BDD5E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D9351E-F956-BFE6-50E4-9430FD9F2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6A7FF1-1667-EF4B-ACBA-C51AAE0162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06980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F176C-9BF4-F2CA-C170-33F6A903A4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0A1D69-EBA8-88C4-244C-8DE1CEBA7D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A330B-7C92-659C-EF32-97BC296243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358915-FCC6-9759-16CC-2E59EA1B1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66176-74E5-6542-AD4C-19C35F5E27C0}" type="datetimeFigureOut">
              <a:rPr lang="en-US" smtClean="0"/>
              <a:t>7/23/26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AC162D-861F-8872-9047-F53A9C14AB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C6CCAB-B2B8-7B59-AF08-8BB3FB553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6A7FF1-1667-EF4B-ACBA-C51AAE0162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05139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105E2D-3189-6B1B-54A8-CF4833CBF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0DBC71-EA12-DCA7-41F9-3DC82FC0E3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63551B-3913-CBE7-1586-9600AEB196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97717A-27C1-43F0-3200-2C0AB92EE6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66176-74E5-6542-AD4C-19C35F5E27C0}" type="datetimeFigureOut">
              <a:rPr lang="en-US" smtClean="0"/>
              <a:t>7/23/26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26E801-FE7B-44B1-C379-8A6837B1B7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652927-082C-DD56-EBF1-E9BCB1757A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6A7FF1-1667-EF4B-ACBA-C51AAE0162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9351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52539A-B517-F320-7A50-6BE06D13F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7CE78C-CDB1-7D4B-38F7-A1099DFE13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80A169-D31E-7DFA-69E7-6B7D09F2BA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66176-74E5-6542-AD4C-19C35F5E27C0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CE16BB-BFE3-D4A5-3499-FF591A06A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FA1914-75C7-F5D5-2C9F-10F82FC44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6A7FF1-1667-EF4B-ACBA-C51AAE0162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8848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FD6F2F8-164A-BC4F-495B-5056D3BBCC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4A7C98-601D-1FA5-2028-11A4B0B2AA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1A6768-C9E3-9043-7D91-334F0BF19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66176-74E5-6542-AD4C-19C35F5E27C0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E6B7D9-BF1C-8ECE-C197-10B19DA9B6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588BE-FACD-1371-1251-FF4536FFE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6A7FF1-1667-EF4B-ACBA-C51AAE0162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2965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68439AF-C0FB-794F-BB8C-6954F6616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6F02C9-95D7-BBC7-FFF4-B50CB47132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C6A5CC-D8BC-56A9-A6BC-5A7EB2764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966176-74E5-6542-AD4C-19C35F5E27C0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9D31A7-E128-63DC-A7DF-FFF1256B14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03C43B-BEC6-4C26-4886-156FB97432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36A7FF1-1667-EF4B-ACBA-C51AAE0162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0041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hare.gemini.google/eP3YJwEQcFl4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B1DE02A-E2CF-1E28-6721-38AD8BA85A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147265"/>
            <a:ext cx="7772400" cy="4563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2671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83AC559-F4F4-DF9A-C993-16250046EC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312276"/>
            <a:ext cx="7772400" cy="2233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10175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7AB58D3-1CBD-A7A3-1FD8-76872B890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98" y="138327"/>
            <a:ext cx="5245100" cy="30226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FF3D086-2AB6-9178-7FA9-102F8A8DB8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3653" y="3389527"/>
            <a:ext cx="2070100" cy="33401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AA595ED-C599-59A9-1530-0D0D051BD0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784" y="4099397"/>
            <a:ext cx="7772400" cy="19203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809BB4E-5919-B8AF-B72E-9059181655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9340" y="643913"/>
            <a:ext cx="4687696" cy="201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1103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F780A0E-2A2D-C35E-C06D-CEF01B65C0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35" y="144137"/>
            <a:ext cx="6322785" cy="357524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ACB583C-3848-653F-02CA-1D4405FE8A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9119" y="3861183"/>
            <a:ext cx="7772400" cy="4473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03094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F1B3189-01D2-6941-D2DB-E06BC55D1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586705"/>
            <a:ext cx="7772400" cy="3684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7563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4427748-0B83-770A-3A20-1B461EBE8E33}"/>
              </a:ext>
            </a:extLst>
          </p:cNvPr>
          <p:cNvSpPr txBox="1"/>
          <p:nvPr/>
        </p:nvSpPr>
        <p:spPr>
          <a:xfrm>
            <a:off x="3046971" y="1738263"/>
            <a:ext cx="6098058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Manual steps (recommended if you want it in the HTA </a:t>
            </a:r>
            <a:r>
              <a:rPr lang="en-US" b="1" dirty="0" err="1"/>
              <a:t>Penpot</a:t>
            </a:r>
            <a:r>
              <a:rPr lang="en-US" b="1" dirty="0"/>
              <a:t> file)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US" dirty="0"/>
              <a:t>In </a:t>
            </a:r>
            <a:r>
              <a:rPr lang="en-US" dirty="0" err="1"/>
              <a:t>Penpot</a:t>
            </a:r>
            <a:r>
              <a:rPr lang="en-US" dirty="0"/>
              <a:t>, open </a:t>
            </a:r>
            <a:r>
              <a:rPr lang="en-US" b="1" dirty="0"/>
              <a:t>HFA DS</a:t>
            </a:r>
            <a:r>
              <a:rPr lang="en-US" dirty="0"/>
              <a:t> → page </a:t>
            </a:r>
            <a:r>
              <a:rPr lang="en-US" b="1" dirty="0"/>
              <a:t>TTA draft</a:t>
            </a:r>
            <a:r>
              <a:rPr lang="en-US" dirty="0"/>
              <a:t>.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US" dirty="0"/>
              <a:t>Select the Example board/frame (the HTA + TTA sync composition in your screenshot).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US" dirty="0"/>
              <a:t>Copy (</a:t>
            </a:r>
            <a:r>
              <a:rPr lang="en-US" dirty="0" err="1">
                <a:latin typeface="Courier New" panose="02070309020205020404" pitchFamily="49" charset="0"/>
              </a:rPr>
              <a:t>Cmd</a:t>
            </a:r>
            <a:r>
              <a:rPr lang="en-US" dirty="0">
                <a:latin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</a:rPr>
              <a:t>Ctrl+C</a:t>
            </a:r>
            <a:r>
              <a:rPr lang="en-US" dirty="0"/>
              <a:t>).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US" dirty="0"/>
              <a:t>Open the </a:t>
            </a:r>
            <a:r>
              <a:rPr lang="en-US" b="1" dirty="0"/>
              <a:t>HTA</a:t>
            </a:r>
            <a:r>
              <a:rPr lang="en-US" dirty="0"/>
              <a:t> </a:t>
            </a:r>
            <a:r>
              <a:rPr lang="en-US" dirty="0" err="1"/>
              <a:t>Penpot</a:t>
            </a:r>
            <a:r>
              <a:rPr lang="en-US" dirty="0"/>
              <a:t> file (import </a:t>
            </a:r>
            <a:r>
              <a:rPr lang="en-US" dirty="0">
                <a:latin typeface="Courier New" panose="02070309020205020404" pitchFamily="49" charset="0"/>
              </a:rPr>
              <a:t>[</a:t>
            </a:r>
            <a:r>
              <a:rPr lang="en-US" dirty="0" err="1">
                <a:latin typeface="Courier New" panose="02070309020205020404" pitchFamily="49" charset="0"/>
              </a:rPr>
              <a:t>HTA.penpot</a:t>
            </a:r>
            <a:r>
              <a:rPr lang="en-US" dirty="0">
                <a:latin typeface="Courier New" panose="02070309020205020404" pitchFamily="49" charset="0"/>
              </a:rPr>
              <a:t>](HTA-tool/</a:t>
            </a:r>
            <a:r>
              <a:rPr lang="en-US" dirty="0" err="1">
                <a:latin typeface="Courier New" panose="02070309020205020404" pitchFamily="49" charset="0"/>
              </a:rPr>
              <a:t>HTA.penpot</a:t>
            </a:r>
            <a:r>
              <a:rPr lang="en-US" dirty="0">
                <a:latin typeface="Courier New" panose="02070309020205020404" pitchFamily="49" charset="0"/>
              </a:rPr>
              <a:t>)</a:t>
            </a:r>
            <a:r>
              <a:rPr lang="en-US" dirty="0"/>
              <a:t> into </a:t>
            </a:r>
            <a:r>
              <a:rPr lang="en-US" dirty="0" err="1"/>
              <a:t>Penpot</a:t>
            </a:r>
            <a:r>
              <a:rPr lang="en-US" dirty="0"/>
              <a:t> if it only exists on disk).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US" dirty="0"/>
              <a:t>Paste (</a:t>
            </a:r>
            <a:r>
              <a:rPr lang="en-US" dirty="0" err="1">
                <a:latin typeface="Courier New" panose="02070309020205020404" pitchFamily="49" charset="0"/>
              </a:rPr>
              <a:t>Cmd</a:t>
            </a:r>
            <a:r>
              <a:rPr lang="en-US" dirty="0">
                <a:latin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</a:rPr>
              <a:t>Ctrl+V</a:t>
            </a:r>
            <a:r>
              <a:rPr lang="en-US" dirty="0"/>
              <a:t>) onto a page (create e.g. </a:t>
            </a:r>
            <a:r>
              <a:rPr lang="en-US" dirty="0">
                <a:latin typeface="Courier New" panose="02070309020205020404" pitchFamily="49" charset="0"/>
              </a:rPr>
              <a:t>TTA draft</a:t>
            </a:r>
            <a:r>
              <a:rPr lang="en-US" dirty="0"/>
              <a:t> if missing).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US" dirty="0"/>
              <a:t>If components look broken: </a:t>
            </a:r>
            <a:r>
              <a:rPr lang="en-US" b="1" dirty="0"/>
              <a:t>Assets → connect library → HFA DS</a:t>
            </a:r>
            <a:r>
              <a:rPr lang="en-US" dirty="0"/>
              <a:t> (or copy needed local components into the HTA file).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US" dirty="0"/>
              <a:t>Optionally reconnect the MCP plugin to the HTA file so later MCP edits target that file.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D88252-D2FB-B8EA-C696-4D042C70509D}"/>
              </a:ext>
            </a:extLst>
          </p:cNvPr>
          <p:cNvSpPr txBox="1"/>
          <p:nvPr/>
        </p:nvSpPr>
        <p:spPr>
          <a:xfrm>
            <a:off x="861237" y="595422"/>
            <a:ext cx="93353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Penpot</a:t>
            </a:r>
            <a:r>
              <a:rPr lang="en-US" dirty="0"/>
              <a:t> MCP only allows one file at the time. Therefore it is problematic to move examples outside of the design system </a:t>
            </a:r>
            <a:r>
              <a:rPr lang="en-US" dirty="0" err="1"/>
              <a:t>liknked</a:t>
            </a:r>
            <a:r>
              <a:rPr lang="en-US" dirty="0"/>
              <a:t> library</a:t>
            </a:r>
          </a:p>
        </p:txBody>
      </p:sp>
    </p:spTree>
    <p:extLst>
      <p:ext uri="{BB962C8B-B14F-4D97-AF65-F5344CB8AC3E}">
        <p14:creationId xmlns:p14="http://schemas.microsoft.com/office/powerpoint/2010/main" val="27568439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04170A8-4F2F-C242-040D-8FE7ED082F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8376" y="0"/>
            <a:ext cx="643524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88028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004F936-23B5-F31B-7181-23A36CCD16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897663"/>
            <a:ext cx="7772400" cy="506267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B8DB9FC-8FDA-D8D5-EDDF-B4EECD2FCFAC}"/>
              </a:ext>
            </a:extLst>
          </p:cNvPr>
          <p:cNvSpPr txBox="1"/>
          <p:nvPr/>
        </p:nvSpPr>
        <p:spPr>
          <a:xfrm>
            <a:off x="238923" y="356168"/>
            <a:ext cx="60980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https://share.gemini.google/eP3YJwEQcFl4</a:t>
            </a:r>
            <a:r>
              <a:rPr lang="en-US" dirty="0"/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C20EE1-12C8-AE8A-CF9F-D8F8698C9CB9}"/>
              </a:ext>
            </a:extLst>
          </p:cNvPr>
          <p:cNvSpPr txBox="1"/>
          <p:nvPr/>
        </p:nvSpPr>
        <p:spPr>
          <a:xfrm>
            <a:off x="6226139" y="356168"/>
            <a:ext cx="41144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Gemini generated example for HFA HTA </a:t>
            </a:r>
          </a:p>
        </p:txBody>
      </p:sp>
    </p:spTree>
    <p:extLst>
      <p:ext uri="{BB962C8B-B14F-4D97-AF65-F5344CB8AC3E}">
        <p14:creationId xmlns:p14="http://schemas.microsoft.com/office/powerpoint/2010/main" val="5015327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ABF8A-9DB4-7AF8-27A9-F8D57ECB7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Manage changes in JSON structure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F7E7F6F2-0880-0EFE-E81B-57DC12A856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0098" y="1690688"/>
            <a:ext cx="3471982" cy="140183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C50B3F3-E9C6-0FC6-6C93-D9C1B6C3A0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2777795"/>
            <a:ext cx="7772400" cy="371508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42070584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</TotalTime>
  <Words>183</Words>
  <Application>Microsoft Macintosh PowerPoint</Application>
  <PresentationFormat>Widescreen</PresentationFormat>
  <Paragraphs>12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Manage changes in JSON structure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Lars Pettersson</dc:creator>
  <cp:lastModifiedBy>Lars Pettersson</cp:lastModifiedBy>
  <cp:revision>1</cp:revision>
  <dcterms:created xsi:type="dcterms:W3CDTF">2026-07-23T13:31:23Z</dcterms:created>
  <dcterms:modified xsi:type="dcterms:W3CDTF">2026-07-23T16:11:40Z</dcterms:modified>
</cp:coreProperties>
</file>