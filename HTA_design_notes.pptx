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D9C79E-3820-3349-894B-A24D7E62B8F2}" v="11" dt="2026-07-23T14:05:58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8E724-2B41-A7CD-F1F3-D5638827A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B61E28-93F4-0B24-CF8D-27E61EC01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1B1D5-4900-A4A8-28D5-DF260440C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6176-74E5-6542-AD4C-19C35F5E27C0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8C271-6F5E-F890-7791-1D34DF5C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66F63-1831-E133-B1E4-44889919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7FF1-1667-EF4B-ACBA-C51AAE016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8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E398-CF94-D855-EAA4-BED03911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9C03E-3AC3-61DD-6D84-6DC23CC89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8DA19-BAD3-3671-3367-0E486CC69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6176-74E5-6542-AD4C-19C35F5E27C0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BA2C0-C88C-B5B1-6669-271A49850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27F28-6B1F-9655-279F-FDC9DB9BB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7FF1-1667-EF4B-ACBA-C51AAE016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2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CED07-7AC7-BA3A-4A22-821B8881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82CB3-65E1-369B-1FC9-E78313E11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D6296-517E-FAEC-4ACF-3DBB11545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6176-74E5-6542-AD4C-19C35F5E27C0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BE66A-603F-A936-582C-806999C5F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7631C-2766-35FD-5ABE-3390394A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7FF1-1667-EF4B-ACBA-C51AAE016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56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37D39-DFF7-DA1E-7744-91476E7C4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386E8-FCF8-9460-E348-F113195CD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09ABC-4783-192F-F315-027360666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A137EA-0A4E-48A0-C994-30957012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6176-74E5-6542-AD4C-19C35F5E27C0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EBAD9-66FB-1DBF-F34B-20454BA7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5C462-CB82-41E3-76EA-1EFE9212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7FF1-1667-EF4B-ACBA-C51AAE016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09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13C23-8175-59CC-C6B1-895129D53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D92E5-4046-07B5-3E6E-BA94E7469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8DE8D-7151-DC13-35D0-514F7AC1E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EAB98E-96EA-DE67-651B-8367BDCFB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123E1F-AAFF-B891-21BA-477850474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6B5196-8C52-CD1B-C978-8059D25E8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6176-74E5-6542-AD4C-19C35F5E27C0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195CFC-0780-B017-CCFA-AF362501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C9658B-07BE-0E00-380B-FEF510CA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7FF1-1667-EF4B-ACBA-C51AAE016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9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25288-751C-E596-DD82-23D80E0C6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278DA-F39B-97A2-3ADD-2F29782C6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6176-74E5-6542-AD4C-19C35F5E27C0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BD697-4940-1EBA-7716-5A8B82B8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EC240-4225-D3A5-0C5E-59F9F4531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7FF1-1667-EF4B-ACBA-C51AAE016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7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BACCD-6B0B-A4CA-6014-BE532671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6176-74E5-6542-AD4C-19C35F5E27C0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50BD76-6164-523B-8D74-F859BDD5E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9351E-F956-BFE6-50E4-9430FD9F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7FF1-1667-EF4B-ACBA-C51AAE016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98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F176C-9BF4-F2CA-C170-33F6A903A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A1D69-EBA8-88C4-244C-8DE1CEBA7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A330B-7C92-659C-EF32-97BC29624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58915-FCC6-9759-16CC-2E59EA1B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6176-74E5-6542-AD4C-19C35F5E27C0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C162D-861F-8872-9047-F53A9C14A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6CCAB-B2B8-7B59-AF08-8BB3FB553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7FF1-1667-EF4B-ACBA-C51AAE016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13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05E2D-3189-6B1B-54A8-CF4833CBF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0DBC71-EA12-DCA7-41F9-3DC82FC0E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3551B-3913-CBE7-1586-9600AEB19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7717A-27C1-43F0-3200-2C0AB92E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6176-74E5-6542-AD4C-19C35F5E27C0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6E801-FE7B-44B1-C379-8A6837B1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52927-082C-DD56-EBF1-E9BCB175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7FF1-1667-EF4B-ACBA-C51AAE016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35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39A-B517-F320-7A50-6BE06D13F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CE78C-CDB1-7D4B-38F7-A1099DFE1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0A169-D31E-7DFA-69E7-6B7D09F2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6176-74E5-6542-AD4C-19C35F5E27C0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E16BB-BFE3-D4A5-3499-FF591A06A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A1914-75C7-F5D5-2C9F-10F82FC44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7FF1-1667-EF4B-ACBA-C51AAE016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84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D6F2F8-164A-BC4F-495B-5056D3BBC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A7C98-601D-1FA5-2028-11A4B0B2A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A6768-C9E3-9043-7D91-334F0BF1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66176-74E5-6542-AD4C-19C35F5E27C0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6B7D9-BF1C-8ECE-C197-10B19DA9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588BE-FACD-1371-1251-FF4536FF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7FF1-1667-EF4B-ACBA-C51AAE016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296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8439AF-C0FB-794F-BB8C-6954F6616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F02C9-95D7-BBC7-FFF4-B50CB4713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6A5CC-D8BC-56A9-A6BC-5A7EB2764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66176-74E5-6542-AD4C-19C35F5E27C0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D31A7-E128-63DC-A7DF-FFF1256B1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3C43B-BEC6-4C26-4886-156FB9743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A7FF1-1667-EF4B-ACBA-C51AAE016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4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1DE02A-E2CF-1E28-6721-38AD8BA85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47265"/>
            <a:ext cx="7772400" cy="456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671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3AC559-F4F4-DF9A-C993-16250046E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12276"/>
            <a:ext cx="7772400" cy="223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017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AB58D3-1CBD-A7A3-1FD8-76872B890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8" y="138327"/>
            <a:ext cx="5245100" cy="302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F3D086-2AB6-9178-7FA9-102F8A8DB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653" y="3389527"/>
            <a:ext cx="2070100" cy="3340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A595ED-C599-59A9-1530-0D0D051BD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84" y="4099397"/>
            <a:ext cx="7772400" cy="19203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09BB4E-5919-B8AF-B72E-905918165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9340" y="643913"/>
            <a:ext cx="4687696" cy="201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03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780A0E-2A2D-C35E-C06D-CEF01B65C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5" y="144137"/>
            <a:ext cx="6322785" cy="35752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CB583C-3848-653F-02CA-1D4405FE8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119" y="3861183"/>
            <a:ext cx="7772400" cy="44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09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11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Pettersson</dc:creator>
  <cp:lastModifiedBy>Lars Pettersson</cp:lastModifiedBy>
  <cp:revision>1</cp:revision>
  <dcterms:created xsi:type="dcterms:W3CDTF">2026-07-23T13:31:23Z</dcterms:created>
  <dcterms:modified xsi:type="dcterms:W3CDTF">2026-07-23T14:06:21Z</dcterms:modified>
</cp:coreProperties>
</file>